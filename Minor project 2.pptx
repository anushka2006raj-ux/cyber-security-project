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1031F-676F-48F8-9D65-07E1DFE6B52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04B9E7-2BB0-4093-9195-1AD467F6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771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B9E7-2BB0-4093-9195-1AD467F6DCA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481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14983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569B1"/>
                </a:solidFill>
              </a:defRPr>
            </a:pPr>
            <a:r>
              <a:rPr lang="en-US" dirty="0"/>
              <a:t>MINOR</a:t>
            </a:r>
            <a:r>
              <a:rPr dirty="0"/>
              <a:t> PROJECT</a:t>
            </a:r>
            <a:r>
              <a:rPr lang="en-US" dirty="0"/>
              <a:t> 2</a:t>
            </a:r>
            <a:r>
              <a:rPr dirty="0"/>
              <a:t> • CYBER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232323"/>
                </a:solidFill>
              </a:defRPr>
            </a:pPr>
            <a:r>
              <a:t>ZERO TRUST ARCHITECTURE</a:t>
            </a:r>
            <a:br/>
            <a:r>
              <a:t>FOR ENTERPRISE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004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5F5F"/>
                </a:solidFill>
              </a:defRPr>
            </a:pPr>
            <a:r>
              <a:t>Exploring identity verification, access control and secure enterprise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892040"/>
            <a:ext cx="570778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SUBMITTED BY- ANUSHAKA RAJ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SUBMITTED TO- NAVIOTECH SOLUTION PVT. LTD.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Why Zero Trust is relevant to enterprise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3520440" cy="356616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05740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Traditional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42032"/>
            <a:ext cx="30632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Historically, organizations often relied heavily on network boundaries.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Once inside a network, access may be broader than necessary.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20240"/>
            <a:ext cx="3520440" cy="356616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05740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Zero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42032"/>
            <a:ext cx="30632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Zero Trust follows the principle: never trust, always verify.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Access decisions are based on identity, device and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20240"/>
            <a:ext cx="3520440" cy="356616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05740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Project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542032"/>
            <a:ext cx="30632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Explore MFA and RBAC.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Design a framework using identity verification, micro-segmentation and encryption.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32323"/>
                </a:solidFill>
              </a:defRPr>
            </a:pPr>
            <a:r>
              <a:t>Problem Statement: Enterprise environments contain users, devices, applications and data that require controlled access. The project explores how Zero Trust principles can strengthen security by verifying access rather than assuming trust.</a:t>
            </a:r>
          </a:p>
          <a:p>
            <a:pPr>
              <a:spcAft>
                <a:spcPts val="1100"/>
              </a:spcAft>
              <a:defRPr sz="1400">
                <a:solidFill>
                  <a:srgbClr val="232323"/>
                </a:solidFill>
              </a:defRPr>
            </a:pPr>
            <a:r>
              <a:t>Objective 1: Understand core Zero Trust principles.</a:t>
            </a:r>
          </a:p>
          <a:p>
            <a:pPr>
              <a:spcAft>
                <a:spcPts val="1100"/>
              </a:spcAft>
              <a:defRPr sz="1400">
                <a:solidFill>
                  <a:srgbClr val="232323"/>
                </a:solidFill>
              </a:defRPr>
            </a:pPr>
            <a:r>
              <a:t>Objective 2: Define authentication models such as MFA and RBAC.</a:t>
            </a:r>
          </a:p>
          <a:p>
            <a:pPr>
              <a:spcAft>
                <a:spcPts val="1100"/>
              </a:spcAft>
              <a:defRPr sz="1400">
                <a:solidFill>
                  <a:srgbClr val="232323"/>
                </a:solidFill>
              </a:defRPr>
            </a:pPr>
            <a:r>
              <a:t>Objective 3: Design a Zero Trust framework with identity verification, micro-segmentation and encryption.</a:t>
            </a:r>
          </a:p>
          <a:p>
            <a:pPr>
              <a:spcAft>
                <a:spcPts val="1100"/>
              </a:spcAft>
              <a:defRPr sz="1400">
                <a:solidFill>
                  <a:srgbClr val="232323"/>
                </a:solidFill>
              </a:defRPr>
            </a:pPr>
            <a:r>
              <a:t>Objective 4: Simulate an enterprise security environment using virtualization tools.</a:t>
            </a:r>
          </a:p>
          <a:p>
            <a:pPr>
              <a:spcAft>
                <a:spcPts val="1100"/>
              </a:spcAft>
              <a:defRPr sz="1400">
                <a:solidFill>
                  <a:srgbClr val="232323"/>
                </a:solidFill>
              </a:defRPr>
            </a:pPr>
            <a:r>
              <a:t>Objective 5: Test security effectiveness by simulating insider and external threats.</a:t>
            </a:r>
          </a:p>
          <a:p>
            <a:pPr>
              <a:spcAft>
                <a:spcPts val="1100"/>
              </a:spcAft>
              <a:defRPr sz="1400">
                <a:solidFill>
                  <a:srgbClr val="232323"/>
                </a:solidFill>
              </a:defRPr>
            </a:pPr>
            <a:r>
              <a:t>Objective 6: Document results and suggest improvements.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Zero Trust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Core ideas behind the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52044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6596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Never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Do not automatically trust a user, device or connection simply because it is inside the network.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Every access request should be evaluated.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96596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Always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50592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Verify identity and relevant security context before granting access.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Use strong authentication such as MFA.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52044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Least Privilege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450592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Give users and systems only the access required for their tasks.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Review permissions and remove unnecessary 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Authentication &amp; Access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Controls specified in the project brief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52044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6596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Multi-Factor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Uses more than one authentication factor.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Adds protection beyond a password.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Useful for reducing account-compromise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96596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Role-Based 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50592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Permissions are assigned according to organizational roles.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Users receive access needed for their responsibilities.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Supports least-privilege access.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52044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Identity &amp; Access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450592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Centralizes identity and access policies.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Supports account and permission management.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Enforces enterprise access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Zero Trust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Proposed components for the enterprise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2651760" cy="3749039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1.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50592"/>
            <a:ext cx="2194560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User verification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MFA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IAM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828800"/>
            <a:ext cx="2651760" cy="3749039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965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2.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50592"/>
            <a:ext cx="2194560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Device checks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Security posture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Endpoint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2651760" cy="3749039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965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3.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50592"/>
            <a:ext cx="2194560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Micro-segmentation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Controlled connections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Encrypted traffic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828800"/>
            <a:ext cx="2651760" cy="3749039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965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4. Data &amp; Apps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450592"/>
            <a:ext cx="2194560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Application access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Encryption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Identity Verification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How a Zero Trust access request can be evaluated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1. User requests access to an enterprise application or resource.</a:t>
            </a:r>
          </a:p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2. Identity is verified using authentication controls such as MFA.</a:t>
            </a:r>
          </a:p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3. Device and relevant security context are checked.</a:t>
            </a:r>
          </a:p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4. RBAC and least-privilege policies determine whether requested access is allowed.</a:t>
            </a:r>
          </a:p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5. The session is monitored and access can be reassessed as conditions change.</a:t>
            </a:r>
          </a:p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6. Activity is logged for security review and incident investigation.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-9832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Micro-Segmentation &amp; Encryption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Limiting lateral movement and protecting information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25780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65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Micro-Segmentation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48006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Divide enterprise systems and networks into smaller security zones.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Limit communication between zones according to business requirements.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Can reduce the impact of a compromised account or device.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525780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965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Encryption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50592"/>
            <a:ext cx="48006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Protect sensitive information while it is stored or transmitted.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Use secure communication channels and appropriate encryption controls.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Helps reduce exposure if data is intercepted or accessed improperly.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Simulation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Controlled enterprise environment described in the project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52044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6596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Virtualization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VMware or Docker can create isolated test environments.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Separate systems can represent users, services and applications.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96596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IAM &amp; Policies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50592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Implement access rules for different user roles.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Apply authentication and authorization policies in the test environment.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52044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450592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Use controlled scenarios to examine insider and external threats.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Record observations and security-control responses.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Threat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Testing the framework against insider and external threats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25780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65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Insider Threat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48006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A legitimate account attempts to access a resource outside its assigned role.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RBAC and least privilege should restrict unauthorized access.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Logs can identify the attempted activity.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525780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965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External Threat 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50592"/>
            <a:ext cx="48006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An external actor attempts to obtain access to an enterprise resource.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MFA and identity verification provide additional barriers.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Monitoring and segmentation can limit potential impact.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Results &amp; Security Effectiveness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How the framework can be evaluated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Check whether unauthorized access attempts are blocked by authentication and authorization controls.</a:t>
            </a:r>
          </a:p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Verify that users receive only permissions associated with their assigned roles.</a:t>
            </a:r>
          </a:p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Observe whether network segmentation limits access between protected areas.</a:t>
            </a:r>
          </a:p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Review logs and monitoring records for simulated suspicious activity.</a:t>
            </a:r>
          </a:p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Document gaps found during testing and identify controls requiring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Findings &amp;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Expected security improvements from Zero Trust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25780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65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48006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Identity becomes central to access decisions.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Least privilege can reduce unnecessary access.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Segmentation can limit lateral movement.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MFA adds an additional authentication layer.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525780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965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Security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50592"/>
            <a:ext cx="48006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Better control over users and resources.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Reduced dependence on network location as a trust signal.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Improved visibility through logging and monitoring.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Stronger protection for enterprise applications and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Implementation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Practical sequence for introducing Zero Trust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323"/>
                </a:solidFill>
              </a:defRPr>
            </a:pPr>
            <a:r>
              <a:t>Step 1 — Identify users, devices, applications and sensitive resources.</a:t>
            </a:r>
          </a:p>
          <a:p>
            <a:pPr>
              <a:spcAft>
                <a:spcPts val="1100"/>
              </a:spcAft>
              <a:defRPr sz="1500">
                <a:solidFill>
                  <a:srgbClr val="232323"/>
                </a:solidFill>
              </a:defRPr>
            </a:pPr>
            <a:r>
              <a:t>Step 2 — Define roles, permissions and authentication requirements.</a:t>
            </a:r>
          </a:p>
          <a:p>
            <a:pPr>
              <a:spcAft>
                <a:spcPts val="1100"/>
              </a:spcAft>
              <a:defRPr sz="1500">
                <a:solidFill>
                  <a:srgbClr val="232323"/>
                </a:solidFill>
              </a:defRPr>
            </a:pPr>
            <a:r>
              <a:t>Step 3 — Implement MFA and IAM policies.</a:t>
            </a:r>
          </a:p>
          <a:p>
            <a:pPr>
              <a:spcAft>
                <a:spcPts val="1100"/>
              </a:spcAft>
              <a:defRPr sz="1500">
                <a:solidFill>
                  <a:srgbClr val="232323"/>
                </a:solidFill>
              </a:defRPr>
            </a:pPr>
            <a:r>
              <a:t>Step 4 — Apply least privilege and RBAC.</a:t>
            </a:r>
          </a:p>
          <a:p>
            <a:pPr>
              <a:spcAft>
                <a:spcPts val="1100"/>
              </a:spcAft>
              <a:defRPr sz="1500">
                <a:solidFill>
                  <a:srgbClr val="232323"/>
                </a:solidFill>
              </a:defRPr>
            </a:pPr>
            <a:r>
              <a:t>Step 5 — Introduce micro-segmentation and encryption.</a:t>
            </a:r>
          </a:p>
          <a:p>
            <a:pPr>
              <a:spcAft>
                <a:spcPts val="1100"/>
              </a:spcAft>
              <a:defRPr sz="1500">
                <a:solidFill>
                  <a:srgbClr val="232323"/>
                </a:solidFill>
              </a:defRPr>
            </a:pPr>
            <a:r>
              <a:t>Step 6 — Monitor activity, test threats and review access decisions.</a:t>
            </a:r>
          </a:p>
          <a:p>
            <a:pPr>
              <a:spcAft>
                <a:spcPts val="1100"/>
              </a:spcAft>
              <a:defRPr sz="1500">
                <a:solidFill>
                  <a:srgbClr val="232323"/>
                </a:solidFill>
              </a:defRPr>
            </a:pPr>
            <a:r>
              <a:t>Step 7 — Improve policies based on test results and changing requirements.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25780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50592"/>
            <a:ext cx="48006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Zero Trust replaces implicit trust with continuous verification and controlled access.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MFA, RBAC, IAM, micro-segmentation and encryption work together as layers of protection.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A controlled simulation can demonstrate how controls respond to different threat scenarios.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5257800" cy="3657600"/>
          </a:xfrm>
          <a:prstGeom prst="roundRect">
            <a:avLst/>
          </a:prstGeom>
          <a:solidFill>
            <a:srgbClr val="EBE8F9"/>
          </a:solidFill>
          <a:ln>
            <a:solidFill>
              <a:srgbClr val="756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72673"/>
                </a:solidFill>
              </a:defRPr>
            </a:pPr>
            <a: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50592"/>
            <a:ext cx="48006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Expand the framework to larger enterprise environments.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Integrate additional endpoint and cloud security controls.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Automate policy monitoring and risk alerts.</a:t>
            </a:r>
          </a:p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t>Conduct repeated security tests and update access policies.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9536"/>
            <a:ext cx="12191695" cy="45720"/>
          </a:xfrm>
          <a:prstGeom prst="rect">
            <a:avLst/>
          </a:prstGeom>
          <a:solidFill>
            <a:srgbClr val="75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37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References &amp; 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Reference areas based on the project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576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323"/>
                </a:solidFill>
              </a:defRPr>
            </a:pPr>
            <a:r>
              <a:t>Project brief — Zero Trust Architecture for Enterprise Security.</a:t>
            </a:r>
          </a:p>
          <a:p>
            <a:pPr>
              <a:spcAft>
                <a:spcPts val="1100"/>
              </a:spcAft>
              <a:defRPr sz="1500">
                <a:solidFill>
                  <a:srgbClr val="232323"/>
                </a:solidFill>
              </a:defRPr>
            </a:pPr>
            <a:r>
              <a:t>Zero Trust principles: identity verification, least privilege and continuous verification.</a:t>
            </a:r>
          </a:p>
          <a:p>
            <a:pPr>
              <a:spcAft>
                <a:spcPts val="1100"/>
              </a:spcAft>
              <a:defRPr sz="1500">
                <a:solidFill>
                  <a:srgbClr val="232323"/>
                </a:solidFill>
              </a:defRPr>
            </a:pPr>
            <a:r>
              <a:t>Enterprise security concepts covering MFA, RBAC, IAM, micro-segmentation and encryption.</a:t>
            </a:r>
          </a:p>
          <a:p>
            <a:pPr>
              <a:spcAft>
                <a:spcPts val="1100"/>
              </a:spcAft>
              <a:defRPr sz="1500">
                <a:solidFill>
                  <a:srgbClr val="232323"/>
                </a:solidFill>
              </a:defRPr>
            </a:pPr>
            <a:r>
              <a:t>Virtualization and controlled security-testing concepts using tools such as VMware and Docker.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688" y="4892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72673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1094</Words>
  <Application>Microsoft Office PowerPoint</Application>
  <PresentationFormat>Widescreen</PresentationFormat>
  <Paragraphs>167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Shlok Kalani</cp:lastModifiedBy>
  <cp:revision>2</cp:revision>
  <dcterms:created xsi:type="dcterms:W3CDTF">2013-01-27T09:14:16Z</dcterms:created>
  <dcterms:modified xsi:type="dcterms:W3CDTF">2026-09-28T18:24:39Z</dcterms:modified>
  <cp:category/>
</cp:coreProperties>
</file>